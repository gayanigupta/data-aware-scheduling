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tells one continuous story in three parts: what we published at IEEE Cloud Summit 2025, the data-aware scheduling work that extends it, and the proposed next project — dynamic partial repartitioning after resource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movements. Part I: the published foundation — federated fog scheduling with MILP, relaxation, greedy, and a genetic metaheuristic. Part II: this work — making the model truly data-aware, adding approximation, a bound, richer failure and bandwidth experiments, and an honest look at scale. Part III: the proposal — what happens when a whole fog resource fails mid-workflow.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I is the work already published at IEEE Cloud Summit 2025. It established the formulation and the four schedulers that everything else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paper framed fog scheduling inside the Compute Continuum: edge devices capture data, the federated fog tier runs latency-sensitive DAG tasks, and cloud/HPC provides elastic capacity for work that can tolerate the distance. Our paper focused on the fog tier — the most constrained, latency-sensitive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continuum, intermediate data must cross heterogeneous links of variable bandwidth. A placement that looks optimal on compute alone can blow the deadline because moving the input data costs more than the execution saves. Cloud-centric schedulers assume fat, stable links; in the fog that assumption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formulation: tasks T_i on resources f_a; edge data D_ji crossing link bandwidth B_ba gives delay D_ji over B_ba — zero if co-located. Eligibility matrix P_ia; non-preemptive tasks; approximate execution expressed as a fraction of full computation. Deadline t_max over all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methods, same model: the exact MILP; a randomized relaxation that solves the continuous LP and rounds; a bandwidth- and data-aware greedy with a composite accuracy/critical-path priority; and a genetic metaheuristic searching the assignment-plus-fraction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placement solution needs an operational procedure around it. The journal framework adds an orchestration loop: gather static workflow state and dynamic resource state; a key rule — resource discovery must be coupled with data-path discovery; a powerful remote resource is useless if its prerequisites cannot arrive in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single method wins everywhere, so we distilled the comparisons into an operational policy: MILP when the instance is small or stable; randomized relaxation when the workflow is large but quality matters; greedy for rapid local response; the GA when the search space is broad and planning time exists; and on failure or degradation, re-evaluate on the updated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Schedules are monitored, not fire-and-forget. Four steps: detect a change and identify affected tasks; update eligibility and transfer estimates; decide whether the remaining work can continue as-is or needs replanning; invoke the scheduler only for the unresolved tasks. Checkpoint-and-restart was named as a future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dimensions: deadline slack 1.0 to 2.0; federation size 2 to 10 nodes; workflow scale 10/100/1000 tasks; failure rates 0 to 50 percent. Findings: MILP the quality reference; relaxation and GA track it best; greedy fastest but lowest accuracy under pressure; accuracy falls with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gaps at the end of Part I: the failure model treated accuracy loss, not recovery; no bandwidth-degradation dimension; no explicit accuracy bound for comparison; scalability limits unexplored; and no recovery protocol — replanning was described, not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II is the current work. Same core model — now hardened and stress-tested. The story: a disaster scenario, a joint formulation, four schedulers on one cost model, five experiments, and what the data actually says.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river basin floods. The response workflow — sense, model, forecast, plan, alert — runs as a DAG. The deadline is hard: a forecast after the water is useless. And the cloud uplink is degraded or gone. The work must happen on fog computers near the disaster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single fog site rarely has capacity for the whole workflow. But nearby sites keep fast local links to each other even when the cloud link dies. Federating them creates a small local cloud — at the price of a placement choice for every task, where every choice ships data across a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Tasks are nodes, dependencies are edges, and each edge carries data that must cross a link. Transfer time D over B can rival the task's own runtime — that is lever one. Lever two: tasks can run partially — a fraction l of the work costs l of the time and returns l of the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 every task on a node, choose how much of each to run, finish before the deadline, maximize accuracy. Two things make it hard: data movement rivals execution, and accuracy is a tradeable resource — and the two choices interact.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HEFT — the classic reference — ranks tasks and places each where it finishes earliest, but assumes full execution and static edge weights. Fog schedulers do placement without approximation. Approximate-computing work trades quality for time without data movement. Nobody combined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Decisions: assignment e_ia, fraction l_ia, implied start M_ia. Objective: average accuracy. Constraints: one eligible node per task; precedence waits for finish AND data arrival (the D over B term); completion inside the deadline. NP-hard — the MILP is the benchmark, and proofs plus a solver-ready linearization are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Because it is NP-hard: three scalable schedulers share the same communication-cost model — so differences are about the algorithm, not the accounting. LP rounding samples nodes from the fractional solution; greedy uses priority plus earliest finish with a fraction-retry; the GA searches assignments and fractions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Discrete-event simulator, NumPy plus SciPy HiGHS. Parameters chosen so the regime is contested — a transfer can genuinely rival a task. Four datasets, five sweeps, five reps each. New in this work: the max-accuracy bound as the dashed-line yardstick, a retry-once failure model, a bandwidth-degradation sweep, and a blind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sweep isolates one variable. Slack: how tight is the deadline. Federation: how many nodes. Workflow: how many tasks. Failures: retry-once. Bandwidth: link degradation. Five fresh instances per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alpha=1.0 the deadline barely fits: MILP leads at 1.38 vs bound 1.43; rounding 1.25, greedy 1.23, GA 1.20. From alpha=1.2 greedy reaches the bound; MILP by 1.5. Rounding and the GA trail 2.5-8% even at loose slack — a fixed search budget never quite recovers.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to ten nodes. MILP and greedy on the bound at every size. GA drifts 1.5% to ~8% below; rounding similar. The placement space grows but the search budget is fixed — and extra nodes never exceed the bound: they buy feasible placements, not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Scale the DAG. n=10: everyone on the bound. n=100: GA first to drift. n=1000: MILP past its cap; rounding survives at ~93 s per LP re-solve; GA falls to 1.10 in ~159 s. The greedy stays on the bound in 0.15 seconds — the only method both fast and bound-level.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per-dataset table agrees. Small/medium: everyone near the same score, greedy fastest with the shortest makespan. Large/xlarge: only greedy and GA fit; greedy keeps ~1.41 while the GA falls to 1.17 then 1.13, with a ~40% longer makespan and 73 seconds of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Retry-once: a failed task reruns in place; accuracy is kept if the retry still meets the deadline. Scores are flat — watch feasibility. Greedy stays feasible at every rate; MILP and GA ~60% at 0.5; rounding ~20%. Greedy's edge: it finishes early, so a retry fits inside the 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Degrade every link down to 5% of nominal. The blind baseline is the cautionary tale: bound-level scores at every level — but the schedules are late (feasibility 80% -&gt; 20% -&gt; 0%). MILP stays feasible everywhere, ~10% score loss at 0.05x; greedy feasible to 0.1x paying accuracy; GA fails at 0.05x; rounding only above 0.5x.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Separately we stress-tested generation: million-task DAGs in ~3 s with depth growing like log n; million-node resource graphs in ~7 s, degree ~5. Structural instances only — schedulable dense instances stop where constraints and memory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takeaways: the scheduler matters most exactly where the deadline binds; accuracy under a binding deadline costs wall time; data-awareness buys feasibility, not score; and fixed search budgets decay. Rule of thumb: MILP at moderate scale, greedy at large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we do not claim: the MILP is capped at ~800 assignment vars; the LP grows to ~10^5 rows at n=1000; the GA has one fixed budget; the failure model is retry-once-in-place — no replication, checkpointing, or migration. Dense schedulable instances stop near 10^4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joint formulation, proved and linearized. Four schedulers on one cost model. Five sweeps with real data. MILP leads under pressure at moderate scale; the data-aware greedy is fast and bound-level at large scale. What it still cannot do: react to a resource failing mid-workflow. That is Part III.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III is the proposal. Every experiment so far decided the schedule up front. Now: a fog resource fails while the workflow is running. The question is how to repair the smallest possible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failure sweep retried a task in place. The harder, real-world event is a whole resource dying — power loss, link cut, hardware failure — mid-execution. Unfinished tasks on it are stranded. The naive fix is to repartition everything: too slow, disturbs healthy tasks, wastes finished work. We want to repair only what broke.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proposal in one line, and the main research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graphs: the task DAG and the infrastructure graph with resource attributes (capacity, memory, workload, availability) and link attributes (delay, bandwidth, transfer cost). The partition maps task groups to resources. A resource failure is a node deletion in one graph that must be repaired in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Monitoring detects the failed node. Stranded unfinished tasks must be rescued; completed work is never redone. The subtle decision is the boundary: check parents and children of stranded tasks — sometimes dependents must move too, for data locality or to make the 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pipeline: initial partition; detect failure; isolate stranded tasks; grow the minimal affected subgraph; pick replacement resources using shortest paths toward where parents and children live; repartition under exec time, comm delay, capacity, deadline, move cost, and load balance; assign; update only the affected paths; resume from the last good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Moved tasks need new communication paths. Recomputing all shortest paths is the expensive part of recovery — so we build on Bhowmick's dynamic shortest-path work: update only the paths touched by the node deletion and the reassignment. That is what makes partial repair fast enough to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pieces exist separately: dynamic shortest-path updates, fog rescheduling, task redistribution on join/leave, partial workflow reconsideration — but nobody couples them. The novelty: map an infrastructure-node failure to the smallest affected DAG region, repartition only that, preserve everything else, and update paths incrementally.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concrete contributions to defend: a boundary rule for the affected subgraph; a stay-or-move rule for dependents; the repartitioning algorithm; replacement-resource selection; incremental path updates; and minimization of movement and recovery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baselines — complete repartition, greedy recovery, static scheduling, and the MILP for small cases (this paper's stack supplies it). Metrics: recovery time, makespan, communication cost, tasks moved, data moved, energy, deadline success, repaired-schedule quality. Same simulator, same failure injection — the platform already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continuity in one slide. Paper 1 established the model and four schedulers. Paper 2 hardened it — bound, retry semantics, bandwidth degradation, honest scale limits. The proposal changes the failure granularity from task retry to resource loss, and the scheduling granularity from whole-DAG placement to minimal-region repair. Same two graphs, same cost model — and the baselines are already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 welcome.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2A4A"/>
                </a:solidFill>
              </a:defRPr>
            </a:pPr>
            <a:r>
              <a:t>Scheduling Data-Intensive DAG Workflows</a:t>
            </a:r>
          </a:p>
          <a:p>
            <a:pPr algn="ctr">
              <a:defRPr sz="3600" b="1">
                <a:solidFill>
                  <a:srgbClr val="0B2A4A"/>
                </a:solidFill>
              </a:defRPr>
            </a:pPr>
            <a:r>
              <a:t>across Federated Fog Systems</a:t>
            </a:r>
          </a:p>
          <a:p>
            <a:pPr algn="ctr">
              <a:defRPr sz="2000" b="1">
                <a:solidFill>
                  <a:srgbClr val="0B2A4A"/>
                </a:solidFill>
              </a:defRPr>
            </a:pPr>
            <a:r>
              <a:t>— a three-part research arc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5A646E"/>
                </a:solidFill>
              </a:defRPr>
            </a:pPr>
            <a:r>
              <a:t>Gayani Gupta, Amisha Gupta, Mohsen Amini Salehi,</a:t>
            </a:r>
          </a:p>
          <a:p>
            <a:pPr algn="ctr">
              <a:defRPr sz="1800">
                <a:solidFill>
                  <a:srgbClr val="5A646E"/>
                </a:solidFill>
              </a:defRPr>
            </a:pPr>
            <a:r>
              <a:t>Antonio Fernandez Anta, Sanjukta Bhowmick, Jose Aguilar</a:t>
            </a:r>
          </a:p>
          <a:p>
            <a:pPr algn="ctr">
              <a:defRPr sz="1400">
                <a:solidFill>
                  <a:srgbClr val="5A646E"/>
                </a:solidFill>
              </a:defRPr>
            </a:pPr>
            <a:r>
              <a:t>University of North Texas | UC Berkeley | IMDEA Networks | Universidad de Los Andes</a:t>
            </a:r>
          </a:p>
          <a:p>
            <a:pPr algn="ctr">
              <a:defRPr sz="1400">
                <a:solidFill>
                  <a:srgbClr val="5A646E"/>
                </a:solidFill>
              </a:defRPr>
            </a:pPr>
            <a:r>
              <a:t>github.com/gayanigupta/data-aware-scheduling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road we will take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463040"/>
            <a:ext cx="1920240" cy="105156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920240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PART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463040"/>
            <a:ext cx="81381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232B33"/>
                </a:solidFill>
              </a:defRPr>
            </a:pPr>
            <a:r>
              <a:t>Published foundation — Efficient task allocation for DAG workflows across federated fog (IEEE Cloud Summit 2025)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017520"/>
            <a:ext cx="1920240" cy="105156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920240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PART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17520"/>
            <a:ext cx="81381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232B33"/>
                </a:solidFill>
              </a:defRPr>
            </a:pPr>
            <a:r>
              <a:t>Current work — Data-aware scheduling of approximate DAG workflows (this submission)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572000"/>
            <a:ext cx="1920240" cy="105156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920240" cy="10515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PART 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572000"/>
            <a:ext cx="81381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232B33"/>
                </a:solidFill>
              </a:defRPr>
            </a:pPr>
            <a:r>
              <a:t>Proposed work — Dynamic partial repartitioning after fog-resource failure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91695" cy="82296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0A41E"/>
                </a:solidFill>
              </a:defRPr>
            </a:pPr>
            <a: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Published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DF2F7"/>
                </a:solidFill>
              </a:defRPr>
            </a:pPr>
            <a:r>
              <a:t>Towards Efficient Allocation of Tasks in DAG-based Workflows across Federated Fog Systems — IEEE Cloud Summit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Compute Continuum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  |  Published work — IEEE Cloud Summit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6309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Three tiers cooperate to run a scientific workflow: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Edge — sensors, acquisition, immediate preprocessing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Federated fog — latency-sensitive DAG execution near the data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Cloud / HPC — elastic capacity for non-urgent, heavy stages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Placement is a three-way trade-off: compute capacity, data locality, network availability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Our focus: the federated fog tier — where deadlines are tight and links are variable</a:t>
            </a:r>
          </a:p>
        </p:txBody>
      </p:sp>
      <p:pic>
        <p:nvPicPr>
          <p:cNvPr id="8" name="Picture 7" descr="federated-fog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234440"/>
            <a:ext cx="4754880" cy="3270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589788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A646E"/>
                </a:solidFill>
              </a:defRPr>
            </a:pPr>
            <a:r>
              <a:t>Federated fog tier in the compute continuum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scheduling bottleneck we identified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  |  Published work — IEEE Cloud Summit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Every task placement is a high-stakes trade-off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 'fast' remote node can lose more time shipping the input than it saves executing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Cloud-network assumptions (high, stable bandwidth) do not hold at the edge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Disaster and monitoring workloads make it worse: the event that needs the answer also degrades the network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No existing model jointly priced placement + data volume + per-link bandwidth + execution fractions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model we published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  |  Published work — IEEE Cloud Summit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DAG G = (T,E); task T_i, resource f_a, edge data D_ji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Communication delay c = D_ji / B_ba when placed on different resources; 0 when co-located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Eligibility P_ia — not every task can run everywhere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Approximate execution: fraction of full computation -&gt; fraction of accuracy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Global deadline t_max; non-preemptive execution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MILP with correctness proofs — the benchmark for everything that follows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Four schedulers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  |  Published work — IEEE Cloud Summit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MILP — global optimum; the reference point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Randomized relaxation — solve the LP, round assignments, re-solve fractions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Data-aware greedy — priority pi = a*A_i + (1-a)*CP_i; earliest-finish placement on ready tasks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Genetic metaheuristic — chromosome = assignment + fractions; fitness rewards accuracy, penalizes lateness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Orchestration: turning a solution into a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  |  Published work — IEEE Cloud Summit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Static state: DAG, data sizes, execution profiles, eligibility, deadline, approximation requirements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Dynamic state: availability, load, bandwidth estimates, reachability, policy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Key rule: resource discovery is coupled with data-path discovery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a stronger remote node is not a candidate unless its input can arrive in time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Every decision is logged for provenance and reproducibility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 scheduler-selection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  |  Published work — IEEE Cloud Summit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Small/stable workflow, time to plan -&gt; MILP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Large workflow, quality-sensitive -&gt; randomized relaxation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Tight reaction deadline -&gt; greedy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Broad dynamic search space -&gt; genetic metaheuristic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Node failure / bandwidth loss / policy change -&gt; re-evaluate on updated resource graph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The policy makes the comparison operational, not just academic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An adaptive execution and resilience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  |  Published work — IEEE Cloud Summit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1. Detect a state change; identify affected tasks and dependencies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2. Update eligibility and communication estimates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3. Decide: continue under the existing plan, or replan?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4. Re-schedule only the unresolved tasks; record the reconfiguration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Named but not yet built: checkpoint/restart, partial repair — the seed of Part III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evaluation covered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  |  Published work — IEEE Cloud Summit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Four dimensions of comparison: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deadline slack alpha in [1.0, 2.0]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federated fog nodes: 2, 4, 6, 8, 10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workflow size: 10, 100, 1000 tasks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workflow-node failure rate: 0% - 50%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Published findings: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MILP is the quality reference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relaxation + GA track it most closely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greedy is the low-overhead option under pressure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first paper left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  |  Published work — IEEE Cloud Summit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Failure study measured accuracy loss — not recovery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No link-degradation dimension (what if bandwidth itself shrinks?)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No explicit max-accuracy bound drawn against the methods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Scalability limits of each solver left unquantified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Recovery protocol described conceptually — not built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Part II closes the first four. Part III attacks the last.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91695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E7C7B"/>
                </a:solidFill>
              </a:defRPr>
            </a:pPr>
            <a:r>
              <a:t>PART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Data-Aware Scheduling of Approximate DAG Workflows in Federated Fog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DF2F7"/>
                </a:solidFill>
              </a:defRPr>
            </a:pPr>
            <a:r>
              <a:t>Making the model honest: bounds, bandwidth degradation, retry semantics, scalability limits — and a reproducible artifact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 disaster unfolds: flood, wildfire, offshore incident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The deadline is hard: a forecast that arrives late is a forecast nobody uses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The uplink to the cloud is degraded or gone — the work must run on nearby fog machines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94760"/>
            <a:ext cx="1737360" cy="77724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SENSE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3794760"/>
            <a:ext cx="1737360" cy="77724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MODEL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06040" y="4178808"/>
            <a:ext cx="457200" cy="0"/>
          </a:xfrm>
          <a:prstGeom prst="bentConnector3">
            <a:avLst/>
          </a:prstGeom>
          <a:ln w="28575">
            <a:solidFill>
              <a:srgbClr val="0B2A4A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03520" y="3794760"/>
            <a:ext cx="1737360" cy="77724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FORECAST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46320" y="4178808"/>
            <a:ext cx="457200" cy="0"/>
          </a:xfrm>
          <a:prstGeom prst="bentConnector3">
            <a:avLst/>
          </a:prstGeom>
          <a:ln w="28575">
            <a:solidFill>
              <a:srgbClr val="0B2A4A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543800" y="3794760"/>
            <a:ext cx="1737360" cy="77724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PLAN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86600" y="4178808"/>
            <a:ext cx="457200" cy="0"/>
          </a:xfrm>
          <a:prstGeom prst="bentConnector3">
            <a:avLst/>
          </a:prstGeom>
          <a:ln w="28575">
            <a:solidFill>
              <a:srgbClr val="0B2A4A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84080" y="3794760"/>
            <a:ext cx="1737360" cy="777240"/>
          </a:xfrm>
          <a:prstGeom prst="roundRect">
            <a:avLst/>
          </a:prstGeom>
          <a:solidFill>
            <a:srgbClr val="E0A41E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ALERT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26880" y="4178808"/>
            <a:ext cx="457200" cy="0"/>
          </a:xfrm>
          <a:prstGeom prst="bentConnector3">
            <a:avLst/>
          </a:prstGeom>
          <a:ln w="28575">
            <a:solidFill>
              <a:srgbClr val="0B2A4A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846320" y="5029200"/>
            <a:ext cx="2468880" cy="54864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deadline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6080760" y="4572000"/>
            <a:ext cx="0" cy="457200"/>
          </a:xfrm>
          <a:prstGeom prst="bentConnector3">
            <a:avLst/>
          </a:prstGeom>
          <a:ln w="22225">
            <a:solidFill>
              <a:srgbClr val="0B2A4A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509760" y="5074920"/>
            <a:ext cx="2103120" cy="68580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5A646E"/>
                </a:solidFill>
              </a:defRPr>
            </a:pPr>
            <a:r>
              <a:t>cloud uplink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509760" y="5074920"/>
            <a:ext cx="731520" cy="731520"/>
          </a:xfrm>
          <a:prstGeom prst="line">
            <a:avLst/>
          </a:prstGeom>
          <a:ln w="38100">
            <a:solidFill>
              <a:srgbClr val="C75B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509760" y="5074920"/>
            <a:ext cx="731520" cy="731520"/>
          </a:xfrm>
          <a:prstGeom prst="line">
            <a:avLst/>
          </a:prstGeom>
          <a:ln w="38100">
            <a:solidFill>
              <a:srgbClr val="C75B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One fog site is not enough — so sites federate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6309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Fog sites near the event: cell-tower racks, roadside cabinets, platform servers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Individually too weak; but they keep fast, stable links to each other even when the cloud link fails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Federation = a small local cloud built from nearby sites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The catch: every task can now run in many places —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and wherever it runs, its input data has to get there first</a:t>
            </a:r>
          </a:p>
        </p:txBody>
      </p:sp>
      <p:pic>
        <p:nvPicPr>
          <p:cNvPr id="8" name="Picture 7" descr="federated-fog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234440"/>
            <a:ext cx="4754880" cy="3270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589788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A646E"/>
                </a:solidFill>
              </a:defRPr>
            </a:pPr>
            <a:r>
              <a:t>Federated fog deployment around a disaster area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workflow is a DAG — and data is the glue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Tasks = nodes, dependencies = edges (a DAG)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Every edge carries data, D_ji, across a link of bandwidth B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transfer time = D_ji / B  —  comparable to task runtime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Tasks are approximate: running a fraction l costs l of the time and returns l of the accuracy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a flood model at 80% fidelity still warns in time</a:t>
            </a:r>
          </a:p>
        </p:txBody>
      </p:sp>
      <p:pic>
        <p:nvPicPr>
          <p:cNvPr id="8" name="Picture 7" descr="disaster-response-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188720"/>
            <a:ext cx="5029200" cy="36122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4360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A646E"/>
                </a:solidFill>
              </a:defRPr>
            </a:pPr>
            <a:r>
              <a:t>Example disaster-response DAG used in the study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problem, 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Assign every task to a fog node AND choose how much of it to run,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so that the DAG finishes before the deadline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with the highest possible average accuracy.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Why it is hard: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data transfer time rivals execution time — the 'fastest' node can be the worst once you pay to move the input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accuracy is a tradeable resource — tight deadline? run partially, arrive on time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the two choices interact: placement decides transfers, fractions decide runtimes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Why existing schedulers do not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HEFT (Heterogeneous Earliest Finish Time): the classic DAG scheduler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ranks tasks, places each where it finishes earliest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but: full execution only; transfers are static edge weights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Fog schedulers handle capacity and placement — but assume tasks always run completely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Approximate-computing work trades quality for time — but ignores inter-node data movement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Our gap: jointly optimize placement + data movement + execution fraction under one deadline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formulation: one MILP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Decisions: e_ia in {0,1} (task i on node a), l_ia in [0,1] (fraction), M_ia (start time)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Objective: max (1/n) sum_i A_i sum_a l_ia — average accuracy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One eligible node per task:  sum_a e_ia = 1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Precedence + data: task i waits until every predecessor j finished AND D_ji/B_ba arrived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Deadline: sum_a e_ia (M_ia + t_ia l_ia) &lt;= t_max  for all i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NP-hard even on unrelated parallel machines — the MILP is the benchmark, not the product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Four schedulers, one cost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MILP (HiGHS) — optimal at small/medium scale; the benchmark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LP relaxation + randomized rounding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relax e_ia to [0,1]; sample each task's node from the LP; re-solve the LP for fractions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Data-aware greedy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priority = beta*A_i + (1-beta)*critical-path; earliest-finish among ready tasks; on deadline miss, retry with a lower global fraction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Genetic algorithm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chromosome = assignment + per-task fractions; fitness rewards accuracy, penalizes lateness; co-location repair for heavy edges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we test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6309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Discrete-event simulator (NumPy + SciPy HiGHS)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Contested regime: t in [1,5], D in [5,50], B in [10,100] — a transfer can rival a task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Datasets: 10/3, 100/5, 500/8, 1000/10 tasks-nodes; ~15% ineligible placements; ~2x speed range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Five sweeps: slack | federation | workflow | failure | bandwidth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Metric: average accuracy vs the max-accuracy bound (dashed); plus feasibility and wall time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New baselines: max-accuracy bound; bandwidth-blind greedy</a:t>
            </a:r>
          </a:p>
        </p:txBody>
      </p:sp>
      <p:pic>
        <p:nvPicPr>
          <p:cNvPr id="8" name="Picture 7" descr="dataset_medium_grap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234440"/>
            <a:ext cx="4937760" cy="21143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0" y="5989320"/>
            <a:ext cx="4937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A646E"/>
                </a:solidFill>
              </a:defRPr>
            </a:pPr>
            <a:r>
              <a:t>A generated dataset (100 tasks / 5 nodes)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Five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Q1  Deadline slack alpha in {1.0 ... 2.0} — how tight is the deadline?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Q2  Federation size N in {2 ... 10} nodes — does capacity help?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Q3  Workflow size n in {10, 100, 1000} — who scales?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Q4  Failure rate in {0 ... 0.5}, retry-once — who stays feasible?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Q5  Bandwidth x {1.0 ... 0.05} — what is data-awareness worth?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5 fresh instances per point; means reported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Q1 — Slack: the scheduler matters exactly when it hurts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22</a:t>
            </a:r>
          </a:p>
        </p:txBody>
      </p:sp>
      <p:pic>
        <p:nvPicPr>
          <p:cNvPr id="7" name="Picture 6" descr="perf_slack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6126480" cy="45091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128016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alpha = 1.0: MILP 1.38 vs bound 1.43; rounding 1.25, greedy 1.23, GA 1.20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alpha &gt;= 1.2: greedy reaches the bound; MILP joins by 1.5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Rounding and GA trail 2.5-8% even at alpha = 2.0 — a fixed budget cannot fully recover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Lesson: method choice matters most exactly where the deadline binds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Q2 — Federation: capacity buys feasibility, not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23</a:t>
            </a:r>
          </a:p>
        </p:txBody>
      </p:sp>
      <p:pic>
        <p:nvPicPr>
          <p:cNvPr id="7" name="Picture 6" descr="perf_node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6126480" cy="4504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128016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MILP and greedy match the bound at every N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GA: ~1.5% below bound at N=2 -&gt; ~8% below at N=10; rounding similar (~8% at N=10)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Reason: placement space grows with N but the search budget is fixed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Extra nodes never exceed the bound — they buy feasibility, not accuracy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Q3 — Workflow size: the simple greedy holds up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24</a:t>
            </a:r>
          </a:p>
        </p:txBody>
      </p:sp>
      <p:pic>
        <p:nvPicPr>
          <p:cNvPr id="7" name="Picture 6" descr="perf_task_size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6126480" cy="4504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128016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 = 10: all methods on the bound (1.41)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 = 100: MILP + greedy on bound; GA first to drift (1.26)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 = 1000: MILP past the 800-var cap; greedy on bound in 0.15 s; rounding 1.37 (~93 s/LP re-solve); GA 1.10 in ~159 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GA budget is spread over a combinatorially growing space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Same story on the four test datasets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small (10/3): all four methods identical score 1.64; greedy fastest, shortest makespan (16.8 vs ~18)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medium (100/5): MILP + greedy 1.44; rounding 1.32; GA 1.27 — but greedy makespan 43.1 vs ~61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large (500/8): only greedy + GA fit: 1.42 vs 1.17, makespan 50 vs 71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xlarge (1000/10): greedy 1.41 in 0.14 s; GA 1.13 in 73 s, makespan 120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Accuracy is not free in wall time — and neither is the makespan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Q4 — Failures: scores stay flat; feasibility is the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26</a:t>
            </a:r>
          </a:p>
        </p:txBody>
      </p:sp>
      <p:pic>
        <p:nvPicPr>
          <p:cNvPr id="7" name="Picture 6" descr="perf_failure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6126480" cy="23575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128016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Retry-once model: failed task reruns in place; accuracy kept if the retry meets the deadline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Scores flat in failure rate — retries preserve accuracy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Feasibility at rate 0.5: greedy 100%; MILP/GA ~60%; rounding ~20%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Greedy's edge: it finishes early (makespan ~30 vs 40-80), leaving room for retries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Q5 — Link degradation: what data-awareness is worth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27</a:t>
            </a:r>
          </a:p>
        </p:txBody>
      </p:sp>
      <p:pic>
        <p:nvPicPr>
          <p:cNvPr id="7" name="Picture 6" descr="perf_bandwidth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6126480" cy="23531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1280160"/>
            <a:ext cx="46634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Bandwidth-blind greedy: bound-level scores at every level — but infeasible (80% at 0.5x, 20% at 0.2x, 0% below)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MILP: feasible at all levels; ~10% score loss at 0.05x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Greedy: feasible to 0.1x, pays in accuracy; collapses at 0.05x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GA: holds to 0.1x; rounding survives only above 0.5x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High score + late = a missed alert, not a result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Beyond the sweeps: 10^6-task structures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6309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DAG generator: 10^6 tasks / ~3M edges in ~3 s; depth grows like log n (24 -&gt; 91 for 100 -&gt; 10^6)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Resource graphs: 10^6 fog nodes in ~7 s; avg degree ~5, bandwidth 10-100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Structural generation is cheap; schedulable dense instances stop where constraints do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MILP: ~800 assignment vars; LP: ~10^5 rows at n=1000; dense instancing ~10^4 tasks</a:t>
            </a:r>
          </a:p>
        </p:txBody>
      </p:sp>
      <p:pic>
        <p:nvPicPr>
          <p:cNvPr id="8" name="Picture 7" descr="resource_grap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234440"/>
            <a:ext cx="4937760" cy="2698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0" y="5989320"/>
            <a:ext cx="4937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A646E"/>
                </a:solidFill>
              </a:defRPr>
            </a:pPr>
            <a:r>
              <a:t>Generated federated resource graphs (up to 10^6 nodes)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we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1. The scheduler matters most exactly where the deadline binds — at loose slack almost anything works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2. Accuracy under a binding deadline costs wall time: greedy 0.15 s vs rounding ~372 s vs GA ~159 s at n=1000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3. Data-awareness buys feasibility, not score: the blind baseline's 'perfect' scores are late schedules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4. Fixed search budgets decay — GA quality erodes with both n and N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Rule of thumb: MILP at moderate scale, greedy at large scale, rounding/GA only where their cost is affordable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MILP capped at ~800 assignment variables — a deliberate boundary, not an oversight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LP relaxation: ~10^5 constraint rows at n=1000; rounding trials reduced as size grows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GA uses one fixed budget across all sizes — its gap is partly budget, partly search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Failure model is retry-once-in-place — no replication, checkpointing, or cross-node migration yet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Dense schedulable instances stop near 10^4 tasks; the 10^6 experiments are structural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Part II 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 |  Current work — Data-aware approximate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One joint formulation: placement + execution fraction + inter-node data movement, under a hard deadline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Four schedulers sharing one cost model; five parameter sweeps; a bound at every scale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MILP leads under pressure at moderate scale; the data-aware greedy is fast and bound-level at large scale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Everything reproduces: code, CSVs, executed notebook, this deck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Still open: the schedule is decided up front — what happens when a whole resource fails mid-workflow?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91695" cy="82296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C75B12"/>
                </a:solidFill>
              </a:defRPr>
            </a:pPr>
            <a: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Proposed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DF2F7"/>
                </a:solidFill>
              </a:defRPr>
            </a:pPr>
            <a:r>
              <a:t>Dynamic Partial Repartitioning of DAG Workflows After Resource Failures in Federated Fog Environments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From task failures to resource failures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III |  Proposed work — Partial repartitioning after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Parts I-II: task-level failures, retry-once, assignment decided up front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Reality in a disaster zone: whole fog resources die — power loss, link cut, hardware failure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Unfinished tasks on the failed resource cannot continue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Naive answer: repartition and reschedule the whole workflow —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too slow; moves tasks that were running correctly; wastes completed work; adds migration traffic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Our answer: repair only what broke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III |  Proposed work — Partial repartitioning after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34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80160"/>
            <a:ext cx="10332720" cy="91440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280160"/>
            <a:ext cx="109728" cy="91440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353312"/>
            <a:ext cx="9875520" cy="7680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>
                <a:solidFill>
                  <a:srgbClr val="232B33"/>
                </a:solidFill>
              </a:defRPr>
            </a:pPr>
            <a:r>
              <a:t>Dynamic Partial Repartitioning of DAG Workflows After Resource Failures in Federated Fog Environments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560320"/>
            <a:ext cx="10332720" cy="137160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2560320"/>
            <a:ext cx="109728" cy="13716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633472"/>
            <a:ext cx="9875520" cy="12252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232B33"/>
                </a:solidFill>
              </a:defRPr>
            </a:pPr>
            <a:r>
              <a:t>How can we quickly repartition and reschedule only the affected part of a DAG workflow after a fog resource fails — while reducing recovery time, communication cost, task movement, and workflow completion time?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062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Preserve: completed tasks never restart; unaffected assignments never move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Repair: only the smallest affected DAG region is repartitioned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Two graphs, one coupling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III |  Proposed work — Partial repartitioning after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0515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Partition = which task group lives on which resource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Resource attrs: capacity, memory, workload, availability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Link attrs: delay, bandwidth, transfer cost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 failure is a node deletion in one graph that must be repaired in the other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377439"/>
            <a:ext cx="4206240" cy="45720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Task DAG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377439"/>
            <a:ext cx="4206240" cy="457200"/>
          </a:xfrm>
          <a:prstGeom prst="roundRect">
            <a:avLst/>
          </a:prstGeom>
          <a:solidFill>
            <a:srgbClr val="C75B12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Infra graph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20040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2A4A"/>
                </a:solidFill>
              </a:defRPr>
            </a:pPr>
            <a:r>
              <a:t>T1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288036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2A4A"/>
                </a:solidFill>
              </a:defRPr>
            </a:pPr>
            <a:r>
              <a:t>T2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370332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2A4A"/>
                </a:solidFill>
              </a:defRPr>
            </a:pPr>
            <a:r>
              <a:t>T3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291839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B2A4A"/>
                </a:solidFill>
              </a:defRPr>
            </a:pPr>
            <a:r>
              <a:t>T4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874519" y="3154679"/>
            <a:ext cx="1051561" cy="320041"/>
          </a:xfrm>
          <a:prstGeom prst="bentConnector3">
            <a:avLst/>
          </a:prstGeom>
          <a:ln w="22225">
            <a:solidFill>
              <a:srgbClr val="0B2A4A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74519" y="3474720"/>
            <a:ext cx="1051561" cy="502919"/>
          </a:xfrm>
          <a:prstGeom prst="bentConnector3">
            <a:avLst/>
          </a:prstGeom>
          <a:ln w="22225">
            <a:solidFill>
              <a:srgbClr val="0B2A4A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703320" y="3154679"/>
            <a:ext cx="1051560" cy="320041"/>
          </a:xfrm>
          <a:prstGeom prst="bentConnector3">
            <a:avLst/>
          </a:prstGeom>
          <a:ln w="22225">
            <a:solidFill>
              <a:srgbClr val="0B2A4A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3703320" y="3657600"/>
            <a:ext cx="1051560" cy="320039"/>
          </a:xfrm>
          <a:prstGeom prst="bentConnector3">
            <a:avLst/>
          </a:prstGeom>
          <a:ln w="22225">
            <a:solidFill>
              <a:srgbClr val="0B2A4A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23760" y="2926079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75B12"/>
                </a:solidFill>
              </a:defRPr>
            </a:pPr>
            <a:r>
              <a:t>R1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697479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75B12"/>
                </a:solidFill>
              </a:defRPr>
            </a:pPr>
            <a:r>
              <a:t>R2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388620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75B12"/>
                </a:solidFill>
              </a:defRPr>
            </a:pPr>
            <a:r>
              <a:t>R3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881360" y="3291839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75B12"/>
                </a:solidFill>
              </a:defRPr>
            </a:pPr>
            <a:r>
              <a:t>R4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8001000" y="2971800"/>
            <a:ext cx="1051560" cy="22860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01000" y="3200400"/>
            <a:ext cx="1051560" cy="96012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829800" y="2971800"/>
            <a:ext cx="1051560" cy="50292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829800" y="3657600"/>
            <a:ext cx="1051560" cy="50292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436608" y="3246120"/>
            <a:ext cx="0" cy="64008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532120" y="3200400"/>
            <a:ext cx="1691640" cy="228600"/>
          </a:xfrm>
          <a:prstGeom prst="bentConnector3">
            <a:avLst/>
          </a:prstGeom>
          <a:ln w="25400">
            <a:solidFill>
              <a:srgbClr val="0E7C7B"/>
            </a:solidFill>
            <a:prstDash val="sysDash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120640" y="3474720"/>
            <a:ext cx="2148840" cy="411480"/>
          </a:xfrm>
          <a:prstGeom prst="bentConnector3">
            <a:avLst/>
          </a:prstGeom>
          <a:ln w="25400">
            <a:solidFill>
              <a:srgbClr val="0E7C7B"/>
            </a:solidFill>
            <a:prstDash val="sysDash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0" y="43891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0E7C7B"/>
                </a:solidFill>
              </a:defRPr>
            </a:pPr>
            <a:r>
              <a:t>dashed = partition mapping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 resource fails mid-workflow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III |  Proposed work — Partial repartitioning after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0515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Monitor detects the failure during execution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Stranded unfinished tasks must be rescued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Completed tasks never restart; unaffected tasks never move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The boundary question: is rescuing just the stranded tasks enough, or must dependents move too?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063240"/>
            <a:ext cx="3931920" cy="45720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before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79476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2A4A"/>
                </a:solidFill>
              </a:defRPr>
            </a:pPr>
            <a:r>
              <a:t>R1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14600" y="361188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2A4A"/>
                </a:solidFill>
              </a:defRPr>
            </a:pPr>
            <a:r>
              <a:t>R2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489204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2A4A"/>
                </a:solidFill>
              </a:defRPr>
            </a:pPr>
            <a:r>
              <a:t>R3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420624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2A4A"/>
                </a:solidFill>
              </a:defRPr>
            </a:pPr>
            <a:r>
              <a:t>R4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783080" y="3886200"/>
            <a:ext cx="731520" cy="18288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783080" y="4069080"/>
            <a:ext cx="731520" cy="109728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91840" y="3886200"/>
            <a:ext cx="777240" cy="59436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3291840" y="4663440"/>
            <a:ext cx="777240" cy="50292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15200" y="3063240"/>
            <a:ext cx="3931920" cy="45720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after R2 fails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379476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2A4A"/>
                </a:solidFill>
              </a:defRPr>
            </a:pPr>
            <a:r>
              <a:t>R1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3611880"/>
            <a:ext cx="777240" cy="548640"/>
          </a:xfrm>
          <a:prstGeom prst="roundRect">
            <a:avLst/>
          </a:prstGeom>
          <a:solidFill>
            <a:srgbClr val="5A646E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489204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2A4A"/>
                </a:solidFill>
              </a:defRPr>
            </a:pPr>
            <a:r>
              <a:t>R3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69880" y="4206240"/>
            <a:ext cx="777240" cy="54864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B2A4A"/>
                </a:solidFill>
              </a:defRPr>
            </a:pPr>
            <a:r>
              <a:t>R4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8183879" y="3886200"/>
            <a:ext cx="731521" cy="18288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183879" y="4069080"/>
            <a:ext cx="731521" cy="109728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692640" y="3886200"/>
            <a:ext cx="777240" cy="59436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692640" y="4663440"/>
            <a:ext cx="777240" cy="502920"/>
          </a:xfrm>
          <a:prstGeom prst="bentConnector3">
            <a:avLst/>
          </a:prstGeom>
          <a:ln w="1905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915400" y="3611880"/>
            <a:ext cx="777240" cy="777240"/>
          </a:xfrm>
          <a:prstGeom prst="line">
            <a:avLst/>
          </a:prstGeom>
          <a:ln w="38100">
            <a:solidFill>
              <a:srgbClr val="C75B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915400" y="3611880"/>
            <a:ext cx="777240" cy="777240"/>
          </a:xfrm>
          <a:prstGeom prst="line">
            <a:avLst/>
          </a:prstGeom>
          <a:ln w="38100">
            <a:solidFill>
              <a:srgbClr val="C75B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5623560"/>
            <a:ext cx="3017520" cy="502920"/>
          </a:xfrm>
          <a:prstGeom prst="roundRect">
            <a:avLst/>
          </a:prstGeom>
          <a:solidFill>
            <a:srgbClr val="C75B12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stranded tasks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9281160" y="4206240"/>
            <a:ext cx="0" cy="1417320"/>
          </a:xfrm>
          <a:prstGeom prst="bentConnector3">
            <a:avLst/>
          </a:prstGeom>
          <a:ln w="22225">
            <a:solidFill>
              <a:srgbClr val="C75B12"/>
            </a:solidFill>
            <a:prstDash val="sysDash"/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method, 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III |  Proposed work — Partial repartitioning after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37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1417320" cy="502920"/>
          </a:xfrm>
          <a:prstGeom prst="roundRect">
            <a:avLst/>
          </a:prstGeom>
          <a:solidFill>
            <a:srgbClr val="0B2A4A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417320" cy="105156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32B33"/>
                </a:solidFill>
              </a:defRPr>
            </a:pPr>
            <a:r>
              <a:t>Initial</a:t>
            </a:r>
            <a:br/>
            <a:r>
              <a:t>partition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7128" y="1828800"/>
            <a:ext cx="1417320" cy="502920"/>
          </a:xfrm>
          <a:prstGeom prst="roundRect">
            <a:avLst/>
          </a:prstGeom>
          <a:solidFill>
            <a:srgbClr val="C75B12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67128" y="2423160"/>
            <a:ext cx="1417320" cy="105156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32B33"/>
                </a:solidFill>
              </a:defRPr>
            </a:pPr>
            <a:r>
              <a:t>Detect</a:t>
            </a:r>
            <a:br/>
            <a:r>
              <a:t>failure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38528" y="2926080"/>
            <a:ext cx="228600" cy="0"/>
          </a:xfrm>
          <a:prstGeom prst="bentConnector3">
            <a:avLst/>
          </a:prstGeom>
          <a:ln w="2540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31336" y="1828800"/>
            <a:ext cx="1417320" cy="502920"/>
          </a:xfrm>
          <a:prstGeom prst="roundRect">
            <a:avLst/>
          </a:prstGeom>
          <a:solidFill>
            <a:srgbClr val="C75B12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31336" y="2423160"/>
            <a:ext cx="1417320" cy="105156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32B33"/>
                </a:solidFill>
              </a:defRPr>
            </a:pPr>
            <a:r>
              <a:t>Isolate affected</a:t>
            </a:r>
            <a:br/>
            <a:r>
              <a:t>subgraph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2736" y="2926080"/>
            <a:ext cx="228600" cy="0"/>
          </a:xfrm>
          <a:prstGeom prst="bentConnector3">
            <a:avLst/>
          </a:prstGeom>
          <a:ln w="2540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95544" y="1828800"/>
            <a:ext cx="1417320" cy="502920"/>
          </a:xfrm>
          <a:prstGeom prst="roundRect">
            <a:avLst/>
          </a:prstGeom>
          <a:solidFill>
            <a:srgbClr val="C75B12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95544" y="2423160"/>
            <a:ext cx="1417320" cy="105156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32B33"/>
                </a:solidFill>
              </a:defRPr>
            </a:pPr>
            <a:r>
              <a:t>Pick replacement</a:t>
            </a:r>
            <a:br/>
            <a:r>
              <a:t>resources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66944" y="2926080"/>
            <a:ext cx="228600" cy="0"/>
          </a:xfrm>
          <a:prstGeom prst="bentConnector3">
            <a:avLst/>
          </a:prstGeom>
          <a:ln w="2540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59752" y="1828800"/>
            <a:ext cx="1417320" cy="502920"/>
          </a:xfrm>
          <a:prstGeom prst="roundRect">
            <a:avLst/>
          </a:prstGeom>
          <a:solidFill>
            <a:srgbClr val="C75B12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59752" y="2423160"/>
            <a:ext cx="1417320" cy="105156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32B33"/>
                </a:solidFill>
              </a:defRPr>
            </a:pPr>
            <a:r>
              <a:t>Repartition</a:t>
            </a:r>
            <a:br/>
            <a:r>
              <a:t>the region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31152" y="2926080"/>
            <a:ext cx="228600" cy="0"/>
          </a:xfrm>
          <a:prstGeom prst="bentConnector3">
            <a:avLst/>
          </a:prstGeom>
          <a:ln w="2540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823960" y="1828800"/>
            <a:ext cx="1417320" cy="50292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23960" y="2423160"/>
            <a:ext cx="1417320" cy="105156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32B33"/>
                </a:solidFill>
              </a:defRPr>
            </a:pPr>
            <a:r>
              <a:t>Assign + update</a:t>
            </a:r>
            <a:br/>
            <a:r>
              <a:t>paths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95360" y="2926080"/>
            <a:ext cx="228600" cy="0"/>
          </a:xfrm>
          <a:prstGeom prst="bentConnector3">
            <a:avLst/>
          </a:prstGeom>
          <a:ln w="2540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488168" y="1828800"/>
            <a:ext cx="1417320" cy="502920"/>
          </a:xfrm>
          <a:prstGeom prst="roundRect">
            <a:avLst/>
          </a:prstGeom>
          <a:solidFill>
            <a:srgbClr val="0E7C7B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88168" y="2423160"/>
            <a:ext cx="1417320" cy="1051560"/>
          </a:xfrm>
          <a:prstGeom prst="roundRect">
            <a:avLst/>
          </a:prstGeom>
          <a:solidFill>
            <a:srgbClr val="EDF2F7"/>
          </a:solidFill>
          <a:ln w="127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0">
                <a:solidFill>
                  <a:srgbClr val="232B33"/>
                </a:solidFill>
              </a:defRPr>
            </a:pPr>
            <a:r>
              <a:t>Resume from</a:t>
            </a:r>
            <a:br/>
            <a:r>
              <a:t>last good point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259568" y="2926080"/>
            <a:ext cx="228600" cy="0"/>
          </a:xfrm>
          <a:prstGeom prst="bentConnector3">
            <a:avLst/>
          </a:prstGeom>
          <a:ln w="25400">
            <a:solidFill>
              <a:srgbClr val="5A646E"/>
            </a:solidFill>
            <a:headEnd type="none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22960" y="4114800"/>
            <a:ext cx="10515600" cy="8229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114800"/>
            <a:ext cx="109728" cy="82296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187952"/>
            <a:ext cx="10058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232B33"/>
                </a:solidFill>
              </a:defRPr>
            </a:pPr>
            <a:r>
              <a:t>Repartition cost model: execution time + communication delay + data size + deadline + move cost + load balance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5120640"/>
            <a:ext cx="109728" cy="82296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193792"/>
            <a:ext cx="10058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232B33"/>
                </a:solidFill>
              </a:defRPr>
            </a:pPr>
            <a:r>
              <a:t>Rule throughout: completed tasks never restart, unaffected assignments never move — change as little of the original schedule as possible.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Reuse, don't recompute: incremental shortest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III |  Proposed work — Partial repartitioning after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Moved tasks need new communication paths to parents and children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Recomputing all shortest paths on the infra graph is too slow mid-workflow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Instead: dynamic/incremental shortest-path update (Bhowmick's dynamic SPT idea)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update only paths touching the failed node and the moved tasks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This is what makes partial repair fast enough to matter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is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III |  Proposed work — Partial repartitioning after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Known: dynamic shortest-path updates (Bhowmick et al.) — but never applied to workflow repartitioning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Known: fog rescheduling on uncertain events; task redistribution on node join/leave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Known: partial workflow reconsideration — but without the two-graph coupling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New: a dependency-aware method that maps an infra-node failure to the smallest affected DAG region,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repartitions only that region, preserves unaffected assignments,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and updates communication paths incrementally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research must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III |  Proposed work — Partial repartitioning after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 principled boundary rule for the affected subgraph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A stay-or-move decision for dependent tasks (data locality vs deadline)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The repartitioning algorithm for the affected region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Replacement-resource selection (capacity, memory, paths)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Incremental communication-path updates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Minimization of task movement and recovery time — with guarantees or strong evidence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we will evaluate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III |  Proposed work — Partial repartitioning after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41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Baselines: complete repartition | greedy recovery | static schedule | MILP (small cases — Part II's stack)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Metrics: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failure-recovery time, workflow completion time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communication cost, tasks moved, data transferred</a:t>
            </a:r>
          </a:p>
          <a:p>
            <a:pPr lvl="1">
              <a:spcAft>
                <a:spcPts val="700"/>
              </a:spcAft>
              <a:defRPr sz="1500">
                <a:solidFill>
                  <a:srgbClr val="5A646E"/>
                </a:solidFill>
              </a:defRPr>
            </a:pPr>
            <a:r>
              <a:t>  energy, deadline success rate, repaired-schedule quality</a:t>
            </a:r>
          </a:p>
          <a:p>
            <a:pPr>
              <a:spcAft>
                <a:spcPts val="700"/>
              </a:spcAft>
              <a:defRPr sz="1700">
                <a:solidFill>
                  <a:srgbClr val="232B33"/>
                </a:solidFill>
              </a:defRPr>
            </a:pPr>
            <a:r>
              <a:t>Same simulator, same failure injection — Part II's platform is the testbed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64592" cy="598932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1133856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arc: paper 1 -&gt; paper 2 -&gt;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46E"/>
                </a:solidFill>
              </a:defRPr>
            </a:pPr>
            <a:r>
              <a:t>Part III |  Proposed work — Partial repartitioning after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46E"/>
                </a:solidFill>
              </a:defRPr>
            </a:pPr>
            <a:r>
              <a:t>42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2194560" cy="1143000"/>
          </a:xfrm>
          <a:prstGeom prst="rect">
            <a:avLst/>
          </a:prstGeom>
          <a:solidFill>
            <a:srgbClr val="E0A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219456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PAPER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82296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232B33"/>
                </a:solidFill>
              </a:defRPr>
            </a:pPr>
            <a:r>
              <a:t>Efficient DAG task allocation across federated fog — model + 4 schedulers (IEEE Cloud Summit 2025)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71800"/>
            <a:ext cx="2194560" cy="114300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219456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PAPER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971800"/>
            <a:ext cx="82296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232B33"/>
                </a:solidFill>
              </a:defRPr>
            </a:pPr>
            <a:r>
              <a:t>Data-aware approximate scheduling — bound, retry, bandwidth, scale limits + artifact (this work)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572000"/>
            <a:ext cx="2194560" cy="1143000"/>
          </a:xfrm>
          <a:prstGeom prst="rect">
            <a:avLst/>
          </a:prstGeom>
          <a:solidFill>
            <a:srgbClr val="C75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219456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PROPOSED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572000"/>
            <a:ext cx="82296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232B33"/>
                </a:solidFill>
              </a:defRPr>
            </a:pPr>
            <a:r>
              <a:t>Partial repartitioning after resource failure — minimal-region repair, incremental paths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82296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EDF2F7"/>
                </a:solidFill>
              </a:defRPr>
            </a:pPr>
            <a:r>
              <a:t>Questions &amp; discussion</a:t>
            </a:r>
          </a:p>
          <a:p>
            <a:pPr algn="ctr">
              <a:defRPr sz="1500">
                <a:solidFill>
                  <a:srgbClr val="E0A41E"/>
                </a:solidFill>
              </a:defRPr>
            </a:pPr>
            <a:r>
              <a:t>github.com/gayanigupta/data-aware-scheduling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