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D2C54"/>
                </a:solidFill>
              </a:defRPr>
            </a:pPr>
            <a:r>
              <a:t>Data-Aware Scheduling of Approximate DAG Workflows</a:t>
            </a:r>
            <a:br/>
            <a:r>
              <a:t>in Federated Fog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t>Gayani Gupta, Amisha Gupta, Mohsen Amini Salehi,</a:t>
            </a:r>
            <a:br/>
            <a:r>
              <a:t>Antonio Fernandez Anta, Sanjukta Bhowmick, Jose Aguilar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  <a:r>
              <a:t>University of North Texas | UC Berkeley | IMDEA Networks | Universidad de Los Andes</a:t>
            </a:r>
          </a:p>
          <a:p>
            <a:pPr algn="ctr">
              <a:defRPr sz="1400">
                <a:solidFill>
                  <a:srgbClr val="555555"/>
                </a:solidFill>
              </a:defRPr>
            </a:pPr>
            <a:r>
              <a:t>github.com/gayanigupta/data-aware-scheduling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Motivation: disaster response without the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Flood forecasting, wildfire tracking, evacuation planning run as workflows of dependent tasks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During an extreme event the cloud link often fails - the work must happen on fog computers near the disaster area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One fog site rarely has enough capacity to finish in time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Nearby sites keep fast, stable links to each other - a federation of fog sites acts as a small local cloud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The question: where should each task run, and how much of it should run, so the workflow finishes on time with the best possible accuracy?</a:t>
            </a:r>
          </a:p>
        </p:txBody>
      </p:sp>
      <p:pic>
        <p:nvPicPr>
          <p:cNvPr id="4" name="Picture 3" descr="federated-fog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88720"/>
            <a:ext cx="4754880" cy="3270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57607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Federated fog deployment for disaster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What makes the scheduling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Lever 1 - data movement: a task's input can take as long to arrive as the task takes to run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edge (Tj, Ti) carries D_ji bytes over link bandwidth B_ba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a 'fast' remote node can lose more time to transfer than it saves in execution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Lever 2 - approximate execution: tasks can run partially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fraction l of a task costs l of its time and returns l of its accuracy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at a tight deadline, 80% accuracy beats a missed alert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Existing schedulers are compute-centric: they ignore one or both levers</a:t>
            </a:r>
          </a:p>
        </p:txBody>
      </p:sp>
      <p:pic>
        <p:nvPicPr>
          <p:cNvPr id="4" name="Picture 3" descr="disaster-respons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480560" cy="32181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5669280"/>
            <a:ext cx="4480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Example disaster-response workflow (DAG)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The model as an MILP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Decisions: assignment e_ia (binary), execution fraction l_ia, implied start times M_ia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Objective: maximize average accuracy (1/n) sum_i A_i sum_a l_ia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Constraints: each task on exactly one eligible node; a task starts only after every predecessor finishes AND its data arrives over the link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Completion y_i = sum_a e_ia (M_ia + t_ia l_ia) &lt;= deadline t_max for every task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Jointly treats per-edge data size, per-link bandwidth, and per-task execution fraction - not previously combined in this setting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NP-hard already on unrelated parallel machines - so the MILP is the benchmark, and we add three scalable schedulers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Three scalable schedulers on the same cost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LP relaxation + randomized rounding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relax e_ia to [0,1], sample each task's node from the LP solution, re-solve the LP for fractions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Bandwidth/data-aware greedy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priority = beta*A_i + (1-beta)*critical-path; earliest-finish node among ready tasks; retry with lower global fraction if the deadline is missed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Genetic algorithm</a:t>
            </a:r>
          </a:p>
          <a:p>
            <a:pPr lvl="1"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chromosome = assignment vector + per-task fractions; fitness rewards accuracy and penalizes deadline violations; co-location repair for heavy edges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All three evaluate the same communication cost, so all are bandwidth-aware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Discrete-event simulator (NumPy/SciPy HiGHS); synthetic disaster-response DAGs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Parameters chosen so transfers are contested: t in [1,5], D in [5,50], B in [10,100]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Four datasets: 10/3, 100/5, 500/8, 1000/10 tasks-nodes; structural DAGs up to 10^6 tasks in the notebook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Five sweeps: deadline slack, federation size, workflow size, failure rate (retry-once), link-bandwidth degradation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Baselines: fixed scheduling and the max-accuracy bound (dashed line in every plot); a bandwidth-blind greedy for the link sweep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Metric: average achieved accuracy vs the bound; plus makespan, feasibility, wall time</a:t>
            </a:r>
          </a:p>
        </p:txBody>
      </p:sp>
      <p:pic>
        <p:nvPicPr>
          <p:cNvPr id="4" name="Picture 3" descr="dataset_medium_gra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937760" cy="2114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594360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55555"/>
                </a:solidFill>
              </a:defRPr>
            </a:pPr>
            <a:r>
              <a:t>A generated test dataset (medium, 100 tasks / 5 nodes)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Deadline slack: the choice matters when it barely fits</a:t>
            </a:r>
          </a:p>
        </p:txBody>
      </p:sp>
      <p:pic>
        <p:nvPicPr>
          <p:cNvPr id="3" name="Picture 2" descr="perf_slack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6035040" cy="44418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4088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At alpha = 1.0: MILP 1.38 vs bound 1.43; rounding 1.25, greedy 1.23, GA 1.20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From alpha = 1.2 the greedy reaches the bound; the MILP follows at 1.5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Rounding and the GA never fully close the gap even at loose slack - a fixed sampling budget does not recover the bound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Federation size: capacity buys feasibility, not accuracy</a:t>
            </a:r>
          </a:p>
        </p:txBody>
      </p:sp>
      <p:pic>
        <p:nvPicPr>
          <p:cNvPr id="3" name="Picture 2" descr="perf_node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603504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4088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MILP and greedy match the bound at every N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GA drifts from ~1.5% below the bound (N=2) to ~8% (N=10); rounding matches only at N=2, ~8% short at N=10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Fixed search budgets cover a shrinking fraction of the placement space as N grows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Extra nodes do not raise accuracy once the deadline is met - their value is the feasible placements they open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Workflow size: the simple greedy holds up best</a:t>
            </a:r>
          </a:p>
        </p:txBody>
      </p:sp>
      <p:pic>
        <p:nvPicPr>
          <p:cNvPr id="3" name="Picture 2" descr="perf_task_siz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603504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4088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n = 10 / 100: MILP and greedy on the bound; GA first to drift (1.26 at 100)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n = 1000: MILP beyond the 800-variable cap; greedy stays on the bound in 0.15 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Rounding 1.37 but ~93 s per LP re-solve; GA falls to 1.10 in 159 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The GA's fixed budget is spread over a combinatorially growing space - size-adaptive budgets would close the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Task failures: methods separate on feasibility</a:t>
            </a:r>
          </a:p>
        </p:txBody>
      </p:sp>
      <p:pic>
        <p:nvPicPr>
          <p:cNvPr id="3" name="Picture 2" descr="perf_failur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6035040" cy="2322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4088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Retry-once model: a failed task reruns in place; accuracy is kept if the retry meets the deadline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Scores are flat - retries preserve accuracy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Feasibility separates them: greedy 100% at every rate; MILP and GA ~60%; rounding ~20%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Flat-vs-rate: at n = 100 tasks even a 10% rate makes at least one failure almost certain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Link degradation: what data-aware placement is worth</a:t>
            </a:r>
          </a:p>
        </p:txBody>
      </p:sp>
      <p:pic>
        <p:nvPicPr>
          <p:cNvPr id="3" name="Picture 2" descr="perf_bandwidth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6035040" cy="2318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40880" y="109728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Bandwidth-blind greedy reports bound-level scores but misses the deadline: 80% feasible at 0.5x, 20% at 0.2x, 0% below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MILP stays feasible at every level, losing ~10% of score at 0.05x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Greedy stays feasible to 0.1x but pays in accuracy (0.80); GA holds to 0.1x, fails at 0.05x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Rounding survives only above 0.5x in our implementation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The scheduler matters most exactly where the deadline binds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Accuracy under a binding deadline is not free in wall time: greedy 0.15 s vs rounding ~372 s vs GA ~159 s at n = 1000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Data-aware placement is what keeps schedules feasible as links degrade - the blind baseline's 'perfect' scores are late schedules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Honest limits: MILP capped at 800 assignment vars; LP rows grow ~10^5 at n=1000; fixed GA budget degrades; dense n x n instances stop at ~10^4 tasks (10^6 structural only)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C54"/>
                </a:solidFill>
              </a:defRPr>
            </a:pPr>
            <a:r>
              <a:t>Conclusion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One joint formulation: placement + execution fraction + data movement, verified with proofs and a solver-ready linearization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Four schedulers, one cost model; sweeps over slack, size, federation, failures, and bandwidth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Next: sparse/decomposed formulations toward 10^6-task instances; adaptive GA budgets; replication/checkpointing beyond retry-once; online re-scheduling on a real testbed</a:t>
            </a:r>
          </a:p>
          <a:p>
            <a:pPr>
              <a:spcAft>
                <a:spcPts val="800"/>
              </a:spcAft>
              <a:defRPr sz="1800">
                <a:solidFill>
                  <a:srgbClr val="212121"/>
                </a:solidFill>
              </a:defRPr>
            </a:pPr>
            <a:r>
              <a:t>Reproduce: github.com/gayanigupta/data-aware-scheduling - code, data, executed notebook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